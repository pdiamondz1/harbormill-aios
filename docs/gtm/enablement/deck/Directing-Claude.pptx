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 the room. Introduce yourself and Harbormill in one line. State the one idea up front:</a:t>
            </a:r>
          </a:p>
          <a:p>
            <a:r>
              <a:t>by the end of these two sessions, this team will be able to install, run, and maintain Claude</a:t>
            </a:r>
          </a:p>
          <a:p>
            <a:r>
              <a:t>Code on their own — no developer background required. Everything today is taught against one</a:t>
            </a:r>
          </a:p>
          <a:p>
            <a:r>
              <a:t>small, deliberately fake example (Contoso Server Health Report) so nothing here ever touches</a:t>
            </a:r>
          </a:p>
          <a:p>
            <a:r>
              <a:t>their real project. Keep this slide short — it's a title card, not a talk.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the sentence on the slide close to verbatim — it's the one idea everything else unpacks.</a:t>
            </a:r>
          </a:p>
          <a:p>
            <a:r>
              <a:t>You never need to read or write code yourself. You describe the outcome you want, in plain</a:t>
            </a:r>
          </a:p>
          <a:p>
            <a:r>
              <a:t>English; Claude does the typing; you check the result and decide whether to keep it. That's</a:t>
            </a:r>
          </a:p>
          <a:p>
            <a:r>
              <a:t>the whole job, today and every day after. Everything in the next two sessions is one piece of</a:t>
            </a:r>
          </a:p>
          <a:p>
            <a:r>
              <a:t>standing that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destination, stated before the map. By the end of Session 2 every attendee will</a:t>
            </a:r>
          </a:p>
          <a:p>
            <a:r>
              <a:t>have done all five of these against the Contoso example — not watched a demo, actually done it</a:t>
            </a:r>
          </a:p>
          <a:p>
            <a:r>
              <a:t>on their own machine. The last bullet is the pitch for the Continuity &amp; Governance section</a:t>
            </a:r>
          </a:p>
          <a:p>
            <a:r>
              <a:t>later: this isn't just "learn a tool," it's "build something that doesn't depend on you."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Name all five now; don't explain each in depth yet — that's what Modules 1 through 7 are for.</a:t>
            </a:r>
          </a:p>
          <a:p>
            <a:r>
              <a:t>The ask right now is just: can you repeat these five back in your own words? Session 1 builds</a:t>
            </a:r>
          </a:p>
          <a:p>
            <a:r>
              <a:t>the first two (rulebook, memory). Session 2 builds the other three (sandbox, skills, tool</a:t>
            </a:r>
          </a:p>
          <a:p>
            <a:r>
              <a:t>connections). Point out that this is also the checkpoint for Module 0 in the written kit.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Don't read all ten aloud word for word — that's what the printed glossary (00-glossary.md) is</a:t>
            </a:r>
          </a:p>
          <a:p>
            <a:r>
              <a:t>for, and every attendee keeps it. Instead, reassure: every one of these has a plain-English</a:t>
            </a:r>
          </a:p>
          <a:p>
            <a:r>
              <a:t>definition and a Windows-admin analogy in the glossary, and nothing later in this deck uses a</a:t>
            </a:r>
          </a:p>
          <a:p>
            <a:r>
              <a:t>term without having introduced it here first. Point at the glossary page itself as the thing</a:t>
            </a:r>
          </a:p>
          <a:p>
            <a:r>
              <a:t>they'll actually flip back to, not this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 expectations for the whole day: everything hands-on — the plan, the script, the pull</a:t>
            </a:r>
          </a:p>
          <a:p>
            <a:r>
              <a:t>request, the skill — is built against this one small, obviously-fake project. Nothing here is</a:t>
            </a:r>
          </a:p>
          <a:p>
            <a:r>
              <a:t>their real work, and nothing about their real project appears anywhere in this kit. That's</a:t>
            </a:r>
          </a:p>
          <a:p>
            <a:r>
              <a:t>deliberate: it means this same deck and kit gets reused for the next client unchanged.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transition. Session 1 is Modules 0 through 3, roughly 45 to 60 minutes, most of it in</a:t>
            </a:r>
          </a:p>
          <a:p>
            <a:r>
              <a:t>Module 1 where install and sign-in issues are most likely to eat time. By the end, every</a:t>
            </a:r>
          </a:p>
          <a:p>
            <a:r>
              <a:t>attendee has a project-aware Claude Code with a working rulebook and memory.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~20 minutes. Confirm before the session that every attendee's Enterprise account provisioning</a:t>
            </a:r>
          </a:p>
          <a:p>
            <a:r>
              <a:t>method (SSO vs. a console-issued key) is already known — don't guess this live, and don't try</a:t>
            </a:r>
          </a:p>
          <a:p>
            <a:r>
              <a:t>to work around a PowerShell script-execution policy yourselves; that's an IT policy question.</a:t>
            </a:r>
          </a:p>
          <a:p>
            <a:r>
              <a:t>The VS Code extension gives them a chat panel, a plan they can review before Claude acts, and a</a:t>
            </a:r>
          </a:p>
          <a:p>
            <a:r>
              <a:t>side-by-side diff view — same Claude Code, just inside the editor instead of a separate window.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Don't move on until every attendee has actually done this themselves, not just watched you do</a:t>
            </a:r>
          </a:p>
          <a:p>
            <a:r>
              <a:t>it. If `claude` isn't recognized, closing and reopening the terminal once usually fixes it —</a:t>
            </a:r>
          </a:p>
          <a:p>
            <a:r>
              <a:t>that refreshes the list of commands it knows about.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~15 minutes. Show the Contoso example pair first so they see the shape (short rulebook, fuller</a:t>
            </a:r>
          </a:p>
          <a:p>
            <a:r>
              <a:t>context doc it points to) before asking Claude to draft their own. Step 3 — reading before</a:t>
            </a:r>
          </a:p>
          <a:p>
            <a:r>
              <a:t>accepting — is the "check what it did" half of the spine, not a formality. If Claude's draft</a:t>
            </a:r>
          </a:p>
          <a:p>
            <a:r>
              <a:t>reads generic, the fix is almost always that the new `CLAUDE.md` doesn't actually point at the</a:t>
            </a:r>
          </a:p>
          <a:p>
            <a:r>
              <a:t>new `PROJECT_CONTEXT.md`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single clearest sign the rulebook is wired up correctly. If the answer describes</a:t>
            </a:r>
          </a:p>
          <a:p>
            <a:r>
              <a:t>Contoso instead of their own project, the files were probably saved inside `examples/` instead</a:t>
            </a:r>
          </a:p>
          <a:p>
            <a:r>
              <a:t>of at the project root — check that before anything else.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~10 minutes. A good first fact to seed: who the backup owner is for this project. That does</a:t>
            </a:r>
          </a:p>
          <a:p>
            <a:r>
              <a:t>double duty — it's a real, useful memory, and it previews the continuity story that closes out</a:t>
            </a:r>
          </a:p>
          <a:p>
            <a:r>
              <a:t>the whole deck. Memory lives per-project on their own machine; a different project folder looks</a:t>
            </a:r>
          </a:p>
          <a:p>
            <a:r>
              <a:t>like a different project to Claude, which is why the checkpoint insists on the same folder.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word "fresh" matters here — make everyone actually close and reopen, not just scroll up in</a:t>
            </a:r>
          </a:p>
          <a:p>
            <a:r>
              <a:t>the same conversation. That's the whole point: memory survives closing the laptop and coming</a:t>
            </a:r>
          </a:p>
          <a:p>
            <a:r>
              <a:t>back tomorrow, not just survives within one chat.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Quick recap before a break or before moving straight into Session 2. Reinforce that nothing</a:t>
            </a:r>
          </a:p>
          <a:p>
            <a:r>
              <a:t>scary happened today — they installed a tool, told it about their project, and told it one</a:t>
            </a:r>
          </a:p>
          <a:p>
            <a:r>
              <a:t>fact to remember. Session 2 is where it starts producing real, saved, reviewable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transition. Session 2 is Modules 4 through 7, roughly 60 to 75 minutes, with Module 5</a:t>
            </a:r>
          </a:p>
          <a:p>
            <a:r>
              <a:t>(sandbox + PR) as the long pole — don't rush that checkpoint, it's this session's proof point.</a:t>
            </a:r>
          </a:p>
          <a:p>
            <a:r>
              <a:t>Picks up from Session 1's project-aware Claude and ends with a real Azure DevOps PR, a skill</a:t>
            </a:r>
          </a:p>
          <a:p>
            <a:r>
              <a:t>run, and a live tool connection.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~15 minutes. This is the loop they'll repeat for every piece of work, big or small, from here</a:t>
            </a:r>
          </a:p>
          <a:p>
            <a:r>
              <a:t>on. The single most important habit to drill in this module: if Claude jumps straight to code,</a:t>
            </a:r>
          </a:p>
          <a:p>
            <a:r>
              <a:t>stop it and say plainly, "don't write code yet — write the plan first." Stop the room here,</a:t>
            </a:r>
          </a:p>
          <a:p>
            <a:r>
              <a:t>before any code gets written, and move to the Contoso walkthrough on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Module 4's hands-on checkpoint. "Done-criteria" is a term worth pausing on: it just</a:t>
            </a:r>
          </a:p>
          <a:p>
            <a:r>
              <a:t>means the exact check that proves the work worked, which Claude runs and reports back in plain</a:t>
            </a:r>
          </a:p>
          <a:p>
            <a:r>
              <a:t>English. The finished reference plan (`sample-plan.md`) is there for them to compare their own</a:t>
            </a:r>
          </a:p>
          <a:p>
            <a:r>
              <a:t>plan against — it won't read word-for-word the same, and that's fine, it should have the same</a:t>
            </a:r>
          </a:p>
          <a:p>
            <a:r>
              <a:t>shape: a goal, a short list of steps, and a Done-criteria section.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~25 minutes, the longest module today. A worktree is a separate, complete copy of the project</a:t>
            </a:r>
          </a:p>
          <a:p>
            <a:r>
              <a:t>on its own branch — nothing done inside it can break the version everyone else relies on until</a:t>
            </a:r>
          </a:p>
          <a:p>
            <a:r>
              <a:t>it's deliberately shared for review. They don't need to type any `git worktree` commands</a:t>
            </a:r>
          </a:p>
          <a:p>
            <a:r>
              <a:t>themselves; asking Claude in plain English is enough. Remind them `&lt;branch&gt;` in the PR command</a:t>
            </a:r>
          </a:p>
          <a:p>
            <a:r>
              <a:t>is whatever branch their sandbox is on — ask Claude "what branch am I on?" if unsure.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today's proof point — don't rush past it. If the PR command fails, it's almost always</a:t>
            </a:r>
          </a:p>
          <a:p>
            <a:r>
              <a:t>a sign-in issue (`az login` once per machine) or the commit didn't actually happen inside the</a:t>
            </a:r>
          </a:p>
          <a:p>
            <a:r>
              <a:t>sandbox branch before opening the PR — ask Claude to check both in plain English.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~15 minutes. Show the skill file itself first — name, plain description, a short numbered</a:t>
            </a:r>
          </a:p>
          <a:p>
            <a:r>
              <a:t>procedure, nothing more. The point to land here: they don't need to know or type the skill's</a:t>
            </a:r>
          </a:p>
          <a:p>
            <a:r>
              <a:t>name to trigger it; describing the job in plain English is enough for Claude to recognize a</a:t>
            </a:r>
          </a:p>
          <a:p>
            <a:r>
              <a:t>match. This is also a quiet preview of the continuity story — a skill is a runbook recipe that</a:t>
            </a:r>
          </a:p>
          <a:p>
            <a:r>
              <a:t>doesn't live in one person's head.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the new row is missing, the fix per the skill's own troubleshooting note is to recheck the</a:t>
            </a:r>
          </a:p>
          <a:p>
            <a:r>
              <a:t>new line for a typo and re-run — it only reports what it can actually read.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~15 minutes. Connecting the MCP server itself is normally a one-time setup step a facilitator</a:t>
            </a:r>
          </a:p>
          <a:p>
            <a:r>
              <a:t>or IT admin does ahead of time, the same way Module 1's account sign-in is — their job here is</a:t>
            </a:r>
          </a:p>
          <a:p>
            <a:r>
              <a:t>just to confirm it works, not to configure it live. If the answer looks like the wrong project,</a:t>
            </a:r>
          </a:p>
          <a:p>
            <a:r>
              <a:t>ask Claude which Azure DevOps project it's connected 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moment that usually lands hardest for a non-technical room: they asked a question</a:t>
            </a:r>
          </a:p>
          <a:p>
            <a:r>
              <a:t>in plain English and got their own real, live data back, without touching the Azure DevOps UI.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 before moving into Continuity &amp; Governance. Everything from here is stakeholder-facing —</a:t>
            </a:r>
          </a:p>
          <a:p>
            <a:r>
              <a:t>if a security or leadership attendee is joining only for this part, this is a natural point for</a:t>
            </a:r>
          </a:p>
          <a:p>
            <a:r>
              <a:t>them to join the room.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~15 minutes, standalone. This section doesn't assume the audience sat through Sessions 1–2 — it</a:t>
            </a:r>
          </a:p>
          <a:p>
            <a:r>
              <a:t>stands alone for a security or leadership reader who was never in the room. If replaying this</a:t>
            </a:r>
          </a:p>
          <a:p>
            <a:r>
              <a:t>separately, the doc and the repo evidence behind it are enough on their own.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~2 minutes. Land this plainly: one engineer writes a script, understands its quirks, and keeps</a:t>
            </a:r>
          </a:p>
          <a:p>
            <a:r>
              <a:t>the rest in their head — why a step exists, what to check before changing it, how to stand it</a:t>
            </a:r>
          </a:p>
          <a:p>
            <a:r>
              <a:t>up again from nothing. The script is fine. It's everything around it that was never written</a:t>
            </a:r>
          </a:p>
          <a:p>
            <a:r>
              <a:t>down that a governance review correctly flags as a single point of failure.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~5 minutes. Every one of these six pairings is naming something Sessions 1–2 already produced —</a:t>
            </a:r>
          </a:p>
          <a:p>
            <a:r>
              <a:t>nothing new to build. The whole answer to bus factor in one line: move the knowledge out of a</a:t>
            </a:r>
          </a:p>
          <a:p>
            <a:r>
              <a:t>head and into the repo, where it survives whoever wrote it. A second person reading the same</a:t>
            </a:r>
          </a:p>
          <a:p>
            <a:r>
              <a:t>files gets the same context Claude does.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~4 minutes. A concern-to-artifact table is a claim; this is the test that backs it instead of</a:t>
            </a:r>
          </a:p>
          <a:p>
            <a:r>
              <a:t>asking anyone to take it on faith. Hand a clean machine, the repo URL, and this kit to the</a:t>
            </a:r>
          </a:p>
          <a:p>
            <a:r>
              <a:t>backup owner — or better, someone who was never in the room — and see how far they get with no</a:t>
            </a:r>
          </a:p>
          <a:p>
            <a:r>
              <a:t>"just ask me if you get stuck." Getting stuck isn't a failure of the person; it's a gap in the</a:t>
            </a:r>
          </a:p>
          <a:p>
            <a:r>
              <a:t>written runbook, fixed at that exact step, then re-tested.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~2 minutes. One rule, repeated everywhere it applies. The pre-commit hook catches a mistake</a:t>
            </a:r>
          </a:p>
          <a:p>
            <a:r>
              <a:t>before it exists anywhere shared, not after. Read-only keys mean a leaked or misused key can't</a:t>
            </a:r>
          </a:p>
          <a:p>
            <a:r>
              <a:t>write or delete anything, even in the worst case.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~2 minutes, read close to verbatim — this is the one slide written to stand completely on its</a:t>
            </a:r>
          </a:p>
          <a:p>
            <a:r>
              <a:t>own for a stakeholder who reads nothing else in this deck. In short: the knowledge this project</a:t>
            </a:r>
          </a:p>
          <a:p>
            <a:r>
              <a:t>depends on is captured in artifacts that outlive any one person, and that claim has been proven</a:t>
            </a:r>
          </a:p>
          <a:p>
            <a:r>
              <a:t>with a test, not taken on trust.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at the printed one-page cheat sheet every attendee keeps — this slide is the same content,</a:t>
            </a:r>
          </a:p>
          <a:p>
            <a:r>
              <a:t>condensed further. This is a glance card for their first week of real use, not a teaching doc;</a:t>
            </a:r>
          </a:p>
          <a:p>
            <a:r>
              <a:t>the full story is what Sessions 1 and 2 already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 the expectation that this kit doesn't expire after today — every document stays with them</a:t>
            </a:r>
          </a:p>
          <a:p>
            <a:r>
              <a:t>as a leave-behind reference. Suggest a concrete next step: pick one small, real, low-stakes</a:t>
            </a:r>
          </a:p>
          <a:p>
            <a:r>
              <a:t>piece of work and run the full loop on it themselves within the next week, while it's fresh.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on the spine one more time — it's the whole kit in one sentence, and it's worth them</a:t>
            </a:r>
          </a:p>
          <a:p>
            <a:r>
              <a:t>hearing it a third time today. Open the floor for questions, and remind them the docs and the</a:t>
            </a:r>
          </a:p>
          <a:p>
            <a:r>
              <a:t>Contoso example stay with them after this session ends.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arbormill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70248" y="1188720"/>
            <a:ext cx="1828800" cy="18288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329184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A0A0A"/>
                </a:solidFill>
              </a:rPr>
              <a:t>Directing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48056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0A0A0A"/>
                </a:solidFill>
              </a:rPr>
              <a:t>Building Software You Don't Have to Babysit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arbormill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365760"/>
            <a:ext cx="548640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45720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A0A0A"/>
                </a:solidFill>
              </a:rPr>
              <a:t>You're the director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"You are the director. Claude is the developer. You don't write code — you tell Claude what you want, check what it did, and keep the notes."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arbormill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365760"/>
            <a:ext cx="548640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45720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A0A0A"/>
                </a:solidFill>
              </a:rPr>
              <a:t>What you'll be able to 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Install, sign in, and talk to Claude in plain English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Give Claude a rulebook + memory so it knows your project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Run the daily loop: talk, plan, build, check, save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Ship real work as a pull request in Azure DevOps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Run a saved skill and connect Claude to your live tools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Know how this survives you being out — or gone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arbormill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365760"/>
            <a:ext cx="548640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45720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A0A0A"/>
                </a:solidFill>
              </a:rPr>
              <a:t>The 5 pieces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Rulebook (`CLAUDE.md`) — standing rules Claude reads first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Memory (2nd brain) — notes that survive between chats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Skills — saved, reusable job recipes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Safe sandbox (worktree) — a copy to try things in safely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Tool connections (MCP) — wired-up access to your real tools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arbormill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365760"/>
            <a:ext cx="548640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45720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A0A0A"/>
                </a:solidFill>
              </a:rPr>
              <a:t>The ~10 terms you need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Claude Code — talk in English, get software built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Terminal — a plain text window you type into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Repo — a folder whose full history is tracked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Commit — a saved, labeled snapshot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Pull request (PR) — changes held for review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Branch / worktree — a safe copy to try things in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`CLAUDE.md` — the rulebook Claude reads first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Memory (2nd brain) — notes across conversations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Skill — a saved, reusable job recipe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MCP — wired-up access to a real tool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arbormill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365760"/>
            <a:ext cx="548640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45720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A0A0A"/>
                </a:solidFill>
              </a:rPr>
              <a:t>Meet: Contoso Server Health Report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A tiny fake IT tool we'll build together today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Checks a list of Windows servers for low disk space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Writes one simple report: OK or LOW, per server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Contoso is Microsoft's own demo-company name — not a real client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Every hands-on step today uses this same example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arbormill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57200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292608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0A0A0A"/>
                </a:solidFill>
              </a:rPr>
              <a:t>Session 1: Set It Up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arbormill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365760"/>
            <a:ext cx="548640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45720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A0A0A"/>
                </a:solidFill>
              </a:rPr>
              <a:t>Get the tools on your machine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Install Claude Code — one command in PowerShell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Sign in with your Enterprise account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Add the VS Code extension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Open a terminal — just a window where you type and read replies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Say hello to Claude, get a reply back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arbormill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365760"/>
            <a:ext cx="548640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45720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A0A0A"/>
                </a:solidFill>
              </a:rPr>
              <a:t>Checkpoint: say hello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Typed "Hello" to Claude in a terminal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Got a plain-English reply back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That's the whole loop working end to end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arbormill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365760"/>
            <a:ext cx="548640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45720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A0A0A"/>
                </a:solidFill>
              </a:rPr>
              <a:t>Give Claude its rulebook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`CLAUDE.md` — standing rules Claude reads first, every time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`PROJECT_CONTEXT.md` — the fuller story underneath it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Model both on the Contoso example, then draft your own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Read what Claude drafts before accepting it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Correct anything wrong, in plain English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arbormill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365760"/>
            <a:ext cx="548640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45720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A0A0A"/>
                </a:solidFill>
              </a:rPr>
              <a:t>Checkpoint: what are we building?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Ask, in a new message: "What are we building?"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It should answer using your own `PROJECT_CONTEXT.md`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Correctly, in its own words — not Contoso's, not generic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arbormill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365760"/>
            <a:ext cx="548640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45720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A0A0A"/>
                </a:solidFill>
              </a:rPr>
              <a:t>Give Claude a memory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Memory = notes Claude keeps between conversations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Tell Claude one true, useful fact to remember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Claude saves it — you never hand-edit a file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Ask "where did you save that?" to see it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`MEMORY.md` is the index, one line per saved fact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arbormill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365760"/>
            <a:ext cx="548640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45720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A0A0A"/>
                </a:solidFill>
              </a:rPr>
              <a:t>Checkpoint: a fresh chat remembers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Close the session entirely, start a brand-new chat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Ask: "What do you remember about us?"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Claude answers correctly, unprompted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arbormill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365760"/>
            <a:ext cx="548640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45720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A0A0A"/>
                </a:solidFill>
              </a:rPr>
              <a:t>Session 1 recap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5 pieces, 2 down: rulebook + memory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Claude now knows your project, and remembers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Session 2 covers the daily loop, sandbox, skills, tools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Keep the spine in mind: you check, you decide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arbormill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57200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292608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0A0A0A"/>
                </a:solidFill>
              </a:rPr>
              <a:t>Session 2: Work With It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arbormill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365760"/>
            <a:ext cx="548640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45720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A0A0A"/>
                </a:solidFill>
              </a:rPr>
              <a:t>The daily 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Talk it out → get a plan → build it → check it → save it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Talk it out: describe the outcome, plain English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Get a plan: what Claude will do, before any code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Build it: only once you've approved the plan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Check it: open the result yourself — don't take Claude's word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arbormill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365760"/>
            <a:ext cx="548640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45720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A0A0A"/>
                </a:solidFill>
              </a:rPr>
              <a:t>Plan the disk-check 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Talk it out: read servers, check free disk space, write a report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Ask for a plan — explicitly say "don't write code yet"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Compare it to the reference plan: goal, steps, Done-criteria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Approve it, then let Claude build `disk_report.py`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Check the result yourself: open `report.html`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arbormill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365760"/>
            <a:ext cx="548640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45720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A0A0A"/>
                </a:solidFill>
              </a:rPr>
              <a:t>Safe sandbox + save to Azure DevOps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Ask Claude to set up a safe sandbox for this work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Confirm `disk_report.py` is built inside it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Save it — Claude commits with a clear, short message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Share it for review — open a pull request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`az repos pr create` — or click Create Pull Request in VS Code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arbormill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365760"/>
            <a:ext cx="548640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45720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A0A0A"/>
                </a:solidFill>
              </a:rPr>
              <a:t>Checkpoint: a real PR in Azure DevOps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Your work appears as a PR in Azure DevOps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Confirm it with `az repos pr list`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A reviewer can read and approve it before it goes live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arbormill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365760"/>
            <a:ext cx="548640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45720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A0A0A"/>
                </a:solidFill>
              </a:rPr>
              <a:t>Skills = saved runbook recipes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A skill: the same steps, done the same way, every time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Example: `add-server-to-health-check`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Ask in plain English: "Add SVR-CONTOSO-05 to the health check"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Claude follows the same 3 saved steps, in order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Same result whether the primary or backup owner runs it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arbormill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365760"/>
            <a:ext cx="548640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45720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A0A0A"/>
                </a:solidFill>
              </a:rPr>
              <a:t>Checkpoint: the skill ran its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The new server's row shows up in `report.html`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Free-GB number and OK/LOW status included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Same 3 steps, no re-explaining required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arbormill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365760"/>
            <a:ext cx="548640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45720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A0A0A"/>
                </a:solidFill>
              </a:rPr>
              <a:t>Connect your tools (MCP)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MCP: a wired-up connection to a real tool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For this stack: the Azure DevOps MCP server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Confirm it: "Are you connected to Azure DevOps?"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Ask: "What work items are assigned to me?"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Claude answers from real, live data — not a guess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arbormill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365760"/>
            <a:ext cx="548640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45720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A0A0A"/>
                </a:solidFill>
              </a:rPr>
              <a:t>Checkpoint: Claude reads your real work items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A plain-English question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A real, current list from Azure Boards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You never opened Azure DevOps yourself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arbormill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365760"/>
            <a:ext cx="548640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45720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A0A0A"/>
                </a:solidFill>
              </a:rPr>
              <a:t>Session 2 recap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All 5 pieces are now standing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You ran the full loop: talk, plan, build, check, save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Real output today: a PR, a skill run, a live tool connection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Next: how this survives you being out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arbormill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57200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292608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0A0A0A"/>
                </a:solidFill>
              </a:rPr>
              <a:t>Continuity &amp; Governance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arbormill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365760"/>
            <a:ext cx="548640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45720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A0A0A"/>
                </a:solidFill>
              </a:rPr>
              <a:t>The bus-factor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Bus factor: how many people leaving stalls the work?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If the answer is one, that person is the whole system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The normal risk with internally-built tools, Claude or not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The risk isn't the script — it's what only lives in one head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arbormill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365760"/>
            <a:ext cx="548640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45720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A0A0A"/>
                </a:solidFill>
              </a:rPr>
              <a:t>How the method answers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Bus factor → knowledge lives in the repo, not a head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Backup owner → same steps work, no coding background needed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Runbook stays current → the wiki + skills ARE the runbook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Deploy unaided → Azure DevOps + skills/PowerShell + a proof test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Decisions on record → specs, plans, PR descriptions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Secrets stay safe → `.gitignore` + scan + read-only keys + a rule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arbormill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365760"/>
            <a:ext cx="548640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45720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A0A0A"/>
                </a:solidFill>
              </a:rPr>
              <a:t>The proof: deploy from source, unaided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Deploy from source to a clean Windows box, runbook only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No verbal help from whoever built it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All the way through → the runbook is sufficient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They get stuck → a gap found safely, on a test machine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Run it whenever the runbook changes, and before any handover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arbormill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365760"/>
            <a:ext cx="548640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45720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A0A0A"/>
                </a:solidFill>
              </a:rPr>
              <a:t>Secrets &amp; safety, in one place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Rule: secrets never live in a tracked file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Repo: `.gitignore` + a pre-commit secret-scan hook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`CLAUDE.md`: a rule to never write a key to tracked files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Tool connections: read-only wherever possible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Runtime: Windows Credential Manager / DPAPI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arbormill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365760"/>
            <a:ext cx="548640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45720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A0A0A"/>
                </a:solidFill>
              </a:rPr>
              <a:t>The one-slide governance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A documented, repeatable method — not one engineer's head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A named backup owner can run the same method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The runbook is current by construction — the same doc used daily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Tested, not assumed: deployed from source on a clean machine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Secrets stay out of tracked source, always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arbormill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365760"/>
            <a:ext cx="548640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45720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A0A0A"/>
                </a:solidFill>
              </a:rPr>
              <a:t>Your first week cheat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The daily loop, in five words: talk, plan, build, check, save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Three commands you'll actually type — or ask Claude to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Where things live: your memory folder, your skills folder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When stuck, ask Claude — five questions that unstick you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arbormill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365760"/>
            <a:ext cx="548640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45720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A0A0A"/>
                </a:solidFill>
              </a:rPr>
              <a:t>Where to get help / what's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Full glossary + full command cheat-sheet: always in this kit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Setup guide + workflow runbook: a lasting reference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Harbormill available for the deploy-from-source test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Next: run the loop on your own first real piece of work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arbormill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365760"/>
            <a:ext cx="548640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45720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A0A0A"/>
                </a:solidFill>
              </a:rPr>
              <a:t>Close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You are the director. Claude is the developer.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You checked what it did. You kept the notes.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The knowledge lives in the repo now — not in one head.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0A0A0A"/>
                </a:solidFill>
              </a:rPr>
              <a:t>•  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